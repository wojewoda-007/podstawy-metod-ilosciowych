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2FCC1-30A7-4E49-9E01-901BE7AAB74F}" v="9" dt="2026-10-23T08:19:57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588" autoAdjust="0"/>
  </p:normalViewPr>
  <p:slideViewPr>
    <p:cSldViewPr snapToGrid="0" snapToObjects="1">
      <p:cViewPr varScale="1">
        <p:scale>
          <a:sx n="98" d="100"/>
          <a:sy n="98" d="100"/>
        </p:scale>
        <p:origin x="10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ata Buksińska" userId="6c74b65003d18ec1" providerId="LiveId" clId="{C3571867-B265-457B-B2A3-C6F158291BD4}"/>
    <pc:docChg chg="custSel delSld modSld">
      <pc:chgData name="Agata Buksińska" userId="6c74b65003d18ec1" providerId="LiveId" clId="{C3571867-B265-457B-B2A3-C6F158291BD4}" dt="2026-10-23T08:56:56.564" v="329" actId="1076"/>
      <pc:docMkLst>
        <pc:docMk/>
      </pc:docMkLst>
      <pc:sldChg chg="modSp mod">
        <pc:chgData name="Agata Buksińska" userId="6c74b65003d18ec1" providerId="LiveId" clId="{C3571867-B265-457B-B2A3-C6F158291BD4}" dt="2026-10-23T07:17:14.623" v="14" actId="20577"/>
        <pc:sldMkLst>
          <pc:docMk/>
          <pc:sldMk cId="0" sldId="256"/>
        </pc:sldMkLst>
        <pc:spChg chg="mod">
          <ac:chgData name="Agata Buksińska" userId="6c74b65003d18ec1" providerId="LiveId" clId="{C3571867-B265-457B-B2A3-C6F158291BD4}" dt="2026-10-23T07:17:14.623" v="14" actId="20577"/>
          <ac:spMkLst>
            <pc:docMk/>
            <pc:sldMk cId="0" sldId="256"/>
            <ac:spMk id="8" creationId="{00000000-0000-0000-0000-000000000000}"/>
          </ac:spMkLst>
        </pc:spChg>
      </pc:sldChg>
      <pc:sldChg chg="delSp mod">
        <pc:chgData name="Agata Buksińska" userId="6c74b65003d18ec1" providerId="LiveId" clId="{C3571867-B265-457B-B2A3-C6F158291BD4}" dt="2026-10-23T07:17:47.442" v="15" actId="478"/>
        <pc:sldMkLst>
          <pc:docMk/>
          <pc:sldMk cId="0" sldId="257"/>
        </pc:sldMkLst>
        <pc:spChg chg="del">
          <ac:chgData name="Agata Buksińska" userId="6c74b65003d18ec1" providerId="LiveId" clId="{C3571867-B265-457B-B2A3-C6F158291BD4}" dt="2026-10-23T07:17:47.442" v="15" actId="478"/>
          <ac:spMkLst>
            <pc:docMk/>
            <pc:sldMk cId="0" sldId="257"/>
            <ac:spMk id="12" creationId="{00000000-0000-0000-0000-000000000000}"/>
          </ac:spMkLst>
        </pc:spChg>
      </pc:sldChg>
      <pc:sldChg chg="addSp delSp modSp mod modNotesTx">
        <pc:chgData name="Agata Buksińska" userId="6c74b65003d18ec1" providerId="LiveId" clId="{C3571867-B265-457B-B2A3-C6F158291BD4}" dt="2026-10-23T07:38:14.462" v="37" actId="20577"/>
        <pc:sldMkLst>
          <pc:docMk/>
          <pc:sldMk cId="0" sldId="259"/>
        </pc:sldMkLst>
        <pc:spChg chg="mod">
          <ac:chgData name="Agata Buksińska" userId="6c74b65003d18ec1" providerId="LiveId" clId="{C3571867-B265-457B-B2A3-C6F158291BD4}" dt="2026-10-23T07:38:14.462" v="37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Agata Buksińska" userId="6c74b65003d18ec1" providerId="LiveId" clId="{C3571867-B265-457B-B2A3-C6F158291BD4}" dt="2026-10-23T07:19:47.622" v="29" actId="20577"/>
          <ac:spMkLst>
            <pc:docMk/>
            <pc:sldMk cId="0" sldId="259"/>
            <ac:spMk id="7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7:18:38.273" v="27" actId="478"/>
          <ac:spMkLst>
            <pc:docMk/>
            <pc:sldMk cId="0" sldId="259"/>
            <ac:spMk id="8" creationId="{00000000-0000-0000-0000-000000000000}"/>
          </ac:spMkLst>
        </pc:spChg>
        <pc:picChg chg="add mod">
          <ac:chgData name="Agata Buksińska" userId="6c74b65003d18ec1" providerId="LiveId" clId="{C3571867-B265-457B-B2A3-C6F158291BD4}" dt="2026-10-23T07:20:00.003" v="34" actId="1076"/>
          <ac:picMkLst>
            <pc:docMk/>
            <pc:sldMk cId="0" sldId="259"/>
            <ac:picMk id="10" creationId="{A92F9AC3-0372-B747-47A2-2B154B2AFF0B}"/>
          </ac:picMkLst>
        </pc:picChg>
      </pc:sldChg>
      <pc:sldChg chg="modSp mod">
        <pc:chgData name="Agata Buksińska" userId="6c74b65003d18ec1" providerId="LiveId" clId="{C3571867-B265-457B-B2A3-C6F158291BD4}" dt="2026-10-23T07:39:07.166" v="66" actId="20577"/>
        <pc:sldMkLst>
          <pc:docMk/>
          <pc:sldMk cId="0" sldId="260"/>
        </pc:sldMkLst>
        <pc:spChg chg="mod">
          <ac:chgData name="Agata Buksińska" userId="6c74b65003d18ec1" providerId="LiveId" clId="{C3571867-B265-457B-B2A3-C6F158291BD4}" dt="2026-10-23T07:38:46.857" v="52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Agata Buksińska" userId="6c74b65003d18ec1" providerId="LiveId" clId="{C3571867-B265-457B-B2A3-C6F158291BD4}" dt="2026-10-23T07:39:07.166" v="66" actId="20577"/>
          <ac:spMkLst>
            <pc:docMk/>
            <pc:sldMk cId="0" sldId="260"/>
            <ac:spMk id="11" creationId="{00000000-0000-0000-0000-000000000000}"/>
          </ac:spMkLst>
        </pc:spChg>
      </pc:sldChg>
      <pc:sldChg chg="delSp mod">
        <pc:chgData name="Agata Buksińska" userId="6c74b65003d18ec1" providerId="LiveId" clId="{C3571867-B265-457B-B2A3-C6F158291BD4}" dt="2026-10-23T07:39:37.336" v="67" actId="478"/>
        <pc:sldMkLst>
          <pc:docMk/>
          <pc:sldMk cId="0" sldId="261"/>
        </pc:sldMkLst>
        <pc:spChg chg="del">
          <ac:chgData name="Agata Buksińska" userId="6c74b65003d18ec1" providerId="LiveId" clId="{C3571867-B265-457B-B2A3-C6F158291BD4}" dt="2026-10-23T07:39:37.336" v="67" actId="478"/>
          <ac:spMkLst>
            <pc:docMk/>
            <pc:sldMk cId="0" sldId="261"/>
            <ac:spMk id="8" creationId="{00000000-0000-0000-0000-000000000000}"/>
          </ac:spMkLst>
        </pc:spChg>
      </pc:sldChg>
      <pc:sldChg chg="addSp delSp modSp mod">
        <pc:chgData name="Agata Buksińska" userId="6c74b65003d18ec1" providerId="LiveId" clId="{C3571867-B265-457B-B2A3-C6F158291BD4}" dt="2026-10-23T07:41:57.964" v="96" actId="20577"/>
        <pc:sldMkLst>
          <pc:docMk/>
          <pc:sldMk cId="0" sldId="262"/>
        </pc:sldMkLst>
        <pc:spChg chg="mod">
          <ac:chgData name="Agata Buksińska" userId="6c74b65003d18ec1" providerId="LiveId" clId="{C3571867-B265-457B-B2A3-C6F158291BD4}" dt="2026-10-23T07:41:57.964" v="96" actId="20577"/>
          <ac:spMkLst>
            <pc:docMk/>
            <pc:sldMk cId="0" sldId="262"/>
            <ac:spMk id="4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7:41:25.262" v="77" actId="478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Agata Buksińska" userId="6c74b65003d18ec1" providerId="LiveId" clId="{C3571867-B265-457B-B2A3-C6F158291BD4}" dt="2026-10-23T07:41:06.598" v="73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7:40:00.112" v="68" actId="478"/>
          <ac:spMkLst>
            <pc:docMk/>
            <pc:sldMk cId="0" sldId="262"/>
            <ac:spMk id="8" creationId="{00000000-0000-0000-0000-000000000000}"/>
          </ac:spMkLst>
        </pc:spChg>
        <pc:picChg chg="add mod">
          <ac:chgData name="Agata Buksińska" userId="6c74b65003d18ec1" providerId="LiveId" clId="{C3571867-B265-457B-B2A3-C6F158291BD4}" dt="2026-10-23T07:41:29.615" v="79" actId="14100"/>
          <ac:picMkLst>
            <pc:docMk/>
            <pc:sldMk cId="0" sldId="262"/>
            <ac:picMk id="10" creationId="{E7054D04-6C03-29E4-4259-07A61E242B71}"/>
          </ac:picMkLst>
        </pc:picChg>
      </pc:sldChg>
      <pc:sldChg chg="addSp delSp modSp mod modNotesTx">
        <pc:chgData name="Agata Buksińska" userId="6c74b65003d18ec1" providerId="LiveId" clId="{C3571867-B265-457B-B2A3-C6F158291BD4}" dt="2026-10-23T07:44:28.733" v="125" actId="14100"/>
        <pc:sldMkLst>
          <pc:docMk/>
          <pc:sldMk cId="0" sldId="263"/>
        </pc:sldMkLst>
        <pc:spChg chg="del mod">
          <ac:chgData name="Agata Buksińska" userId="6c74b65003d18ec1" providerId="LiveId" clId="{C3571867-B265-457B-B2A3-C6F158291BD4}" dt="2026-10-23T07:44:19.221" v="123" actId="478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Agata Buksińska" userId="6c74b65003d18ec1" providerId="LiveId" clId="{C3571867-B265-457B-B2A3-C6F158291BD4}" dt="2026-10-23T07:44:08.390" v="118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7:44:10.598" v="119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7:42:32.639" v="117" actId="478"/>
          <ac:spMkLst>
            <pc:docMk/>
            <pc:sldMk cId="0" sldId="263"/>
            <ac:spMk id="8" creationId="{00000000-0000-0000-0000-000000000000}"/>
          </ac:spMkLst>
        </pc:spChg>
        <pc:picChg chg="add mod">
          <ac:chgData name="Agata Buksińska" userId="6c74b65003d18ec1" providerId="LiveId" clId="{C3571867-B265-457B-B2A3-C6F158291BD4}" dt="2026-10-23T07:44:28.733" v="125" actId="14100"/>
          <ac:picMkLst>
            <pc:docMk/>
            <pc:sldMk cId="0" sldId="263"/>
            <ac:picMk id="10" creationId="{574CF32B-1A24-048D-196E-646E254BA1C0}"/>
          </ac:picMkLst>
        </pc:picChg>
      </pc:sldChg>
      <pc:sldChg chg="modSp mod">
        <pc:chgData name="Agata Buksińska" userId="6c74b65003d18ec1" providerId="LiveId" clId="{C3571867-B265-457B-B2A3-C6F158291BD4}" dt="2026-10-23T07:44:44.510" v="136" actId="20577"/>
        <pc:sldMkLst>
          <pc:docMk/>
          <pc:sldMk cId="0" sldId="264"/>
        </pc:sldMkLst>
        <pc:spChg chg="mod">
          <ac:chgData name="Agata Buksińska" userId="6c74b65003d18ec1" providerId="LiveId" clId="{C3571867-B265-457B-B2A3-C6F158291BD4}" dt="2026-10-23T07:44:44.510" v="136" actId="20577"/>
          <ac:spMkLst>
            <pc:docMk/>
            <pc:sldMk cId="0" sldId="264"/>
            <ac:spMk id="4" creationId="{00000000-0000-0000-0000-000000000000}"/>
          </ac:spMkLst>
        </pc:spChg>
      </pc:sldChg>
      <pc:sldChg chg="addSp delSp modSp mod">
        <pc:chgData name="Agata Buksińska" userId="6c74b65003d18ec1" providerId="LiveId" clId="{C3571867-B265-457B-B2A3-C6F158291BD4}" dt="2026-10-23T07:47:18.342" v="143" actId="478"/>
        <pc:sldMkLst>
          <pc:docMk/>
          <pc:sldMk cId="0" sldId="266"/>
        </pc:sldMkLst>
        <pc:spChg chg="del">
          <ac:chgData name="Agata Buksińska" userId="6c74b65003d18ec1" providerId="LiveId" clId="{C3571867-B265-457B-B2A3-C6F158291BD4}" dt="2026-10-23T07:47:18.342" v="143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7:47:08.750" v="137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7:47:10.861" v="138" actId="478"/>
          <ac:spMkLst>
            <pc:docMk/>
            <pc:sldMk cId="0" sldId="266"/>
            <ac:spMk id="7" creationId="{00000000-0000-0000-0000-000000000000}"/>
          </ac:spMkLst>
        </pc:spChg>
        <pc:picChg chg="add mod">
          <ac:chgData name="Agata Buksińska" userId="6c74b65003d18ec1" providerId="LiveId" clId="{C3571867-B265-457B-B2A3-C6F158291BD4}" dt="2026-10-23T07:47:16.906" v="142" actId="1076"/>
          <ac:picMkLst>
            <pc:docMk/>
            <pc:sldMk cId="0" sldId="266"/>
            <ac:picMk id="9" creationId="{1A791415-F0CE-8BBC-4DDA-97C3D7B85C75}"/>
          </ac:picMkLst>
        </pc:picChg>
      </pc:sldChg>
      <pc:sldChg chg="addSp delSp modSp mod modNotesTx">
        <pc:chgData name="Agata Buksińska" userId="6c74b65003d18ec1" providerId="LiveId" clId="{C3571867-B265-457B-B2A3-C6F158291BD4}" dt="2026-10-23T07:49:20.197" v="151" actId="14100"/>
        <pc:sldMkLst>
          <pc:docMk/>
          <pc:sldMk cId="0" sldId="268"/>
        </pc:sldMkLst>
        <pc:spChg chg="del">
          <ac:chgData name="Agata Buksińska" userId="6c74b65003d18ec1" providerId="LiveId" clId="{C3571867-B265-457B-B2A3-C6F158291BD4}" dt="2026-10-23T07:49:12.956" v="148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7:49:08.693" v="146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7:49:10.820" v="147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7:48:40.837" v="145" actId="478"/>
          <ac:spMkLst>
            <pc:docMk/>
            <pc:sldMk cId="0" sldId="268"/>
            <ac:spMk id="8" creationId="{00000000-0000-0000-0000-000000000000}"/>
          </ac:spMkLst>
        </pc:spChg>
        <pc:picChg chg="add mod">
          <ac:chgData name="Agata Buksińska" userId="6c74b65003d18ec1" providerId="LiveId" clId="{C3571867-B265-457B-B2A3-C6F158291BD4}" dt="2026-10-23T07:49:20.197" v="151" actId="14100"/>
          <ac:picMkLst>
            <pc:docMk/>
            <pc:sldMk cId="0" sldId="268"/>
            <ac:picMk id="10" creationId="{6D9A4EF9-14DD-41E1-C6F6-9E51F89B0557}"/>
          </ac:picMkLst>
        </pc:picChg>
      </pc:sldChg>
      <pc:sldChg chg="modSp mod">
        <pc:chgData name="Agata Buksińska" userId="6c74b65003d18ec1" providerId="LiveId" clId="{C3571867-B265-457B-B2A3-C6F158291BD4}" dt="2026-10-23T08:03:17.146" v="162" actId="20577"/>
        <pc:sldMkLst>
          <pc:docMk/>
          <pc:sldMk cId="0" sldId="269"/>
        </pc:sldMkLst>
        <pc:spChg chg="mod">
          <ac:chgData name="Agata Buksińska" userId="6c74b65003d18ec1" providerId="LiveId" clId="{C3571867-B265-457B-B2A3-C6F158291BD4}" dt="2026-10-23T08:03:17.146" v="162" actId="20577"/>
          <ac:spMkLst>
            <pc:docMk/>
            <pc:sldMk cId="0" sldId="269"/>
            <ac:spMk id="4" creationId="{00000000-0000-0000-0000-000000000000}"/>
          </ac:spMkLst>
        </pc:spChg>
      </pc:sldChg>
      <pc:sldChg chg="addSp delSp modSp mod">
        <pc:chgData name="Agata Buksińska" userId="6c74b65003d18ec1" providerId="LiveId" clId="{C3571867-B265-457B-B2A3-C6F158291BD4}" dt="2026-10-23T08:05:29.177" v="168" actId="1076"/>
        <pc:sldMkLst>
          <pc:docMk/>
          <pc:sldMk cId="0" sldId="270"/>
        </pc:sldMkLst>
        <pc:spChg chg="del">
          <ac:chgData name="Agata Buksińska" userId="6c74b65003d18ec1" providerId="LiveId" clId="{C3571867-B265-457B-B2A3-C6F158291BD4}" dt="2026-10-23T08:05:27.728" v="167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05:22.974" v="165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05:19.770" v="163" actId="478"/>
          <ac:spMkLst>
            <pc:docMk/>
            <pc:sldMk cId="0" sldId="270"/>
            <ac:spMk id="7" creationId="{00000000-0000-0000-0000-000000000000}"/>
          </ac:spMkLst>
        </pc:spChg>
        <pc:picChg chg="add mod">
          <ac:chgData name="Agata Buksińska" userId="6c74b65003d18ec1" providerId="LiveId" clId="{C3571867-B265-457B-B2A3-C6F158291BD4}" dt="2026-10-23T08:05:29.177" v="168" actId="1076"/>
          <ac:picMkLst>
            <pc:docMk/>
            <pc:sldMk cId="0" sldId="270"/>
            <ac:picMk id="9" creationId="{5F28D69D-2F8E-AD07-7AA4-F42DD690AF1A}"/>
          </ac:picMkLst>
        </pc:picChg>
      </pc:sldChg>
      <pc:sldChg chg="addSp delSp modSp mod">
        <pc:chgData name="Agata Buksińska" userId="6c74b65003d18ec1" providerId="LiveId" clId="{C3571867-B265-457B-B2A3-C6F158291BD4}" dt="2026-10-23T08:10:37.707" v="176" actId="1076"/>
        <pc:sldMkLst>
          <pc:docMk/>
          <pc:sldMk cId="0" sldId="271"/>
        </pc:sldMkLst>
        <pc:spChg chg="del">
          <ac:chgData name="Agata Buksińska" userId="6c74b65003d18ec1" providerId="LiveId" clId="{C3571867-B265-457B-B2A3-C6F158291BD4}" dt="2026-10-23T08:10:16.247" v="170" actId="478"/>
          <ac:spMkLst>
            <pc:docMk/>
            <pc:sldMk cId="0" sldId="271"/>
            <ac:spMk id="4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10:18.990" v="171" actId="21"/>
          <ac:spMkLst>
            <pc:docMk/>
            <pc:sldMk cId="0" sldId="271"/>
            <ac:spMk id="6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10:14.479" v="169" actId="478"/>
          <ac:spMkLst>
            <pc:docMk/>
            <pc:sldMk cId="0" sldId="271"/>
            <ac:spMk id="7" creationId="{00000000-0000-0000-0000-000000000000}"/>
          </ac:spMkLst>
        </pc:spChg>
        <pc:picChg chg="add del">
          <ac:chgData name="Agata Buksińska" userId="6c74b65003d18ec1" providerId="LiveId" clId="{C3571867-B265-457B-B2A3-C6F158291BD4}" dt="2026-10-23T08:10:34.255" v="174" actId="478"/>
          <ac:picMkLst>
            <pc:docMk/>
            <pc:sldMk cId="0" sldId="271"/>
            <ac:picMk id="9" creationId="{AF0809A8-F3F7-4851-095E-B667B1358035}"/>
          </ac:picMkLst>
        </pc:picChg>
        <pc:picChg chg="add mod">
          <ac:chgData name="Agata Buksińska" userId="6c74b65003d18ec1" providerId="LiveId" clId="{C3571867-B265-457B-B2A3-C6F158291BD4}" dt="2026-10-23T08:10:37.707" v="176" actId="1076"/>
          <ac:picMkLst>
            <pc:docMk/>
            <pc:sldMk cId="0" sldId="271"/>
            <ac:picMk id="11" creationId="{0F6BC1BC-1153-7B8A-F347-F85258C4142C}"/>
          </ac:picMkLst>
        </pc:picChg>
      </pc:sldChg>
      <pc:sldChg chg="delSp mod">
        <pc:chgData name="Agata Buksińska" userId="6c74b65003d18ec1" providerId="LiveId" clId="{C3571867-B265-457B-B2A3-C6F158291BD4}" dt="2026-10-23T08:10:57.144" v="177" actId="478"/>
        <pc:sldMkLst>
          <pc:docMk/>
          <pc:sldMk cId="0" sldId="272"/>
        </pc:sldMkLst>
        <pc:spChg chg="del">
          <ac:chgData name="Agata Buksińska" userId="6c74b65003d18ec1" providerId="LiveId" clId="{C3571867-B265-457B-B2A3-C6F158291BD4}" dt="2026-10-23T08:10:57.144" v="177" actId="478"/>
          <ac:spMkLst>
            <pc:docMk/>
            <pc:sldMk cId="0" sldId="272"/>
            <ac:spMk id="14" creationId="{00000000-0000-0000-0000-000000000000}"/>
          </ac:spMkLst>
        </pc:spChg>
      </pc:sldChg>
      <pc:sldChg chg="addSp delSp modSp mod">
        <pc:chgData name="Agata Buksińska" userId="6c74b65003d18ec1" providerId="LiveId" clId="{C3571867-B265-457B-B2A3-C6F158291BD4}" dt="2026-10-23T08:12:37.867" v="183" actId="1076"/>
        <pc:sldMkLst>
          <pc:docMk/>
          <pc:sldMk cId="0" sldId="274"/>
        </pc:sldMkLst>
        <pc:spChg chg="del">
          <ac:chgData name="Agata Buksińska" userId="6c74b65003d18ec1" providerId="LiveId" clId="{C3571867-B265-457B-B2A3-C6F158291BD4}" dt="2026-10-23T08:12:32.367" v="180" actId="478"/>
          <ac:spMkLst>
            <pc:docMk/>
            <pc:sldMk cId="0" sldId="274"/>
            <ac:spMk id="4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12:24.638" v="179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12:24.047" v="178" actId="478"/>
          <ac:spMkLst>
            <pc:docMk/>
            <pc:sldMk cId="0" sldId="274"/>
            <ac:spMk id="7" creationId="{00000000-0000-0000-0000-000000000000}"/>
          </ac:spMkLst>
        </pc:spChg>
        <pc:picChg chg="add mod">
          <ac:chgData name="Agata Buksińska" userId="6c74b65003d18ec1" providerId="LiveId" clId="{C3571867-B265-457B-B2A3-C6F158291BD4}" dt="2026-10-23T08:12:37.867" v="183" actId="1076"/>
          <ac:picMkLst>
            <pc:docMk/>
            <pc:sldMk cId="0" sldId="274"/>
            <ac:picMk id="9" creationId="{B5DBC70C-A2F9-C659-65D1-5B5506899A0E}"/>
          </ac:picMkLst>
        </pc:picChg>
      </pc:sldChg>
      <pc:sldChg chg="modSp mod">
        <pc:chgData name="Agata Buksińska" userId="6c74b65003d18ec1" providerId="LiveId" clId="{C3571867-B265-457B-B2A3-C6F158291BD4}" dt="2026-10-23T08:13:05.494" v="227" actId="20577"/>
        <pc:sldMkLst>
          <pc:docMk/>
          <pc:sldMk cId="0" sldId="275"/>
        </pc:sldMkLst>
        <pc:spChg chg="mod">
          <ac:chgData name="Agata Buksińska" userId="6c74b65003d18ec1" providerId="LiveId" clId="{C3571867-B265-457B-B2A3-C6F158291BD4}" dt="2026-10-23T08:13:05.494" v="227" actId="20577"/>
          <ac:spMkLst>
            <pc:docMk/>
            <pc:sldMk cId="0" sldId="275"/>
            <ac:spMk id="7" creationId="{00000000-0000-0000-0000-000000000000}"/>
          </ac:spMkLst>
        </pc:spChg>
      </pc:sldChg>
      <pc:sldChg chg="addSp delSp modSp mod">
        <pc:chgData name="Agata Buksińska" userId="6c74b65003d18ec1" providerId="LiveId" clId="{C3571867-B265-457B-B2A3-C6F158291BD4}" dt="2026-10-23T08:16:03.733" v="260" actId="478"/>
        <pc:sldMkLst>
          <pc:docMk/>
          <pc:sldMk cId="0" sldId="276"/>
        </pc:sldMkLst>
        <pc:spChg chg="mod">
          <ac:chgData name="Agata Buksińska" userId="6c74b65003d18ec1" providerId="LiveId" clId="{C3571867-B265-457B-B2A3-C6F158291BD4}" dt="2026-10-23T08:15:51.502" v="259" actId="20577"/>
          <ac:spMkLst>
            <pc:docMk/>
            <pc:sldMk cId="0" sldId="276"/>
            <ac:spMk id="4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13:47.004" v="228" actId="478"/>
          <ac:spMkLst>
            <pc:docMk/>
            <pc:sldMk cId="0" sldId="276"/>
            <ac:spMk id="6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15:37.317" v="240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16:03.733" v="260" actId="478"/>
          <ac:spMkLst>
            <pc:docMk/>
            <pc:sldMk cId="0" sldId="276"/>
            <ac:spMk id="8" creationId="{00000000-0000-0000-0000-000000000000}"/>
          </ac:spMkLst>
        </pc:spChg>
        <pc:picChg chg="add mod">
          <ac:chgData name="Agata Buksińska" userId="6c74b65003d18ec1" providerId="LiveId" clId="{C3571867-B265-457B-B2A3-C6F158291BD4}" dt="2026-10-23T08:15:43.079" v="243" actId="1076"/>
          <ac:picMkLst>
            <pc:docMk/>
            <pc:sldMk cId="0" sldId="276"/>
            <ac:picMk id="10" creationId="{5D7FB8D5-6FCB-7D63-0936-3562FEA0DE77}"/>
          </ac:picMkLst>
        </pc:picChg>
      </pc:sldChg>
      <pc:sldChg chg="modSp mod">
        <pc:chgData name="Agata Buksińska" userId="6c74b65003d18ec1" providerId="LiveId" clId="{C3571867-B265-457B-B2A3-C6F158291BD4}" dt="2026-10-23T08:16:43.948" v="261" actId="20577"/>
        <pc:sldMkLst>
          <pc:docMk/>
          <pc:sldMk cId="0" sldId="277"/>
        </pc:sldMkLst>
        <pc:spChg chg="mod">
          <ac:chgData name="Agata Buksińska" userId="6c74b65003d18ec1" providerId="LiveId" clId="{C3571867-B265-457B-B2A3-C6F158291BD4}" dt="2026-10-23T08:15:10.879" v="239" actId="20577"/>
          <ac:spMkLst>
            <pc:docMk/>
            <pc:sldMk cId="0" sldId="277"/>
            <ac:spMk id="4" creationId="{00000000-0000-0000-0000-000000000000}"/>
          </ac:spMkLst>
        </pc:spChg>
        <pc:spChg chg="mod">
          <ac:chgData name="Agata Buksińska" userId="6c74b65003d18ec1" providerId="LiveId" clId="{C3571867-B265-457B-B2A3-C6F158291BD4}" dt="2026-10-23T08:16:43.948" v="261" actId="20577"/>
          <ac:spMkLst>
            <pc:docMk/>
            <pc:sldMk cId="0" sldId="277"/>
            <ac:spMk id="11" creationId="{00000000-0000-0000-0000-000000000000}"/>
          </ac:spMkLst>
        </pc:spChg>
      </pc:sldChg>
      <pc:sldChg chg="modSp mod">
        <pc:chgData name="Agata Buksińska" userId="6c74b65003d18ec1" providerId="LiveId" clId="{C3571867-B265-457B-B2A3-C6F158291BD4}" dt="2026-10-23T08:17:10.984" v="268" actId="20577"/>
        <pc:sldMkLst>
          <pc:docMk/>
          <pc:sldMk cId="0" sldId="278"/>
        </pc:sldMkLst>
        <pc:spChg chg="mod">
          <ac:chgData name="Agata Buksińska" userId="6c74b65003d18ec1" providerId="LiveId" clId="{C3571867-B265-457B-B2A3-C6F158291BD4}" dt="2026-10-23T08:17:10.984" v="268" actId="20577"/>
          <ac:spMkLst>
            <pc:docMk/>
            <pc:sldMk cId="0" sldId="278"/>
            <ac:spMk id="4" creationId="{00000000-0000-0000-0000-000000000000}"/>
          </ac:spMkLst>
        </pc:spChg>
      </pc:sldChg>
      <pc:sldChg chg="addSp delSp modSp mod">
        <pc:chgData name="Agata Buksińska" userId="6c74b65003d18ec1" providerId="LiveId" clId="{C3571867-B265-457B-B2A3-C6F158291BD4}" dt="2026-10-23T08:18:54.706" v="283" actId="1076"/>
        <pc:sldMkLst>
          <pc:docMk/>
          <pc:sldMk cId="0" sldId="279"/>
        </pc:sldMkLst>
        <pc:spChg chg="mod">
          <ac:chgData name="Agata Buksińska" userId="6c74b65003d18ec1" providerId="LiveId" clId="{C3571867-B265-457B-B2A3-C6F158291BD4}" dt="2026-10-23T08:17:54.913" v="274" actId="14100"/>
          <ac:spMkLst>
            <pc:docMk/>
            <pc:sldMk cId="0" sldId="279"/>
            <ac:spMk id="4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17:31.565" v="270" actId="478"/>
          <ac:spMkLst>
            <pc:docMk/>
            <pc:sldMk cId="0" sldId="279"/>
            <ac:spMk id="6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17:30.885" v="269" actId="478"/>
          <ac:spMkLst>
            <pc:docMk/>
            <pc:sldMk cId="0" sldId="279"/>
            <ac:spMk id="7" creationId="{00000000-0000-0000-0000-000000000000}"/>
          </ac:spMkLst>
        </pc:spChg>
        <pc:spChg chg="add mod">
          <ac:chgData name="Agata Buksińska" userId="6c74b65003d18ec1" providerId="LiveId" clId="{C3571867-B265-457B-B2A3-C6F158291BD4}" dt="2026-10-23T08:18:24.801" v="280" actId="14100"/>
          <ac:spMkLst>
            <pc:docMk/>
            <pc:sldMk cId="0" sldId="279"/>
            <ac:spMk id="13" creationId="{2E960D7E-79EF-A2B7-7E47-85E3BE2059F4}"/>
          </ac:spMkLst>
        </pc:spChg>
        <pc:picChg chg="add mod">
          <ac:chgData name="Agata Buksińska" userId="6c74b65003d18ec1" providerId="LiveId" clId="{C3571867-B265-457B-B2A3-C6F158291BD4}" dt="2026-10-23T08:17:39.069" v="273" actId="1076"/>
          <ac:picMkLst>
            <pc:docMk/>
            <pc:sldMk cId="0" sldId="279"/>
            <ac:picMk id="9" creationId="{3029543A-AFBE-B6AE-5536-EC19C8E5CE88}"/>
          </ac:picMkLst>
        </pc:picChg>
        <pc:picChg chg="add del mod">
          <ac:chgData name="Agata Buksińska" userId="6c74b65003d18ec1" providerId="LiveId" clId="{C3571867-B265-457B-B2A3-C6F158291BD4}" dt="2026-10-23T08:18:05.869" v="277" actId="478"/>
          <ac:picMkLst>
            <pc:docMk/>
            <pc:sldMk cId="0" sldId="279"/>
            <ac:picMk id="11" creationId="{FB791784-BC7E-6C52-0180-13E9352D7957}"/>
          </ac:picMkLst>
        </pc:picChg>
        <pc:picChg chg="add mod">
          <ac:chgData name="Agata Buksińska" userId="6c74b65003d18ec1" providerId="LiveId" clId="{C3571867-B265-457B-B2A3-C6F158291BD4}" dt="2026-10-23T08:18:54.706" v="283" actId="1076"/>
          <ac:picMkLst>
            <pc:docMk/>
            <pc:sldMk cId="0" sldId="279"/>
            <ac:picMk id="15" creationId="{A5F559A8-BA0D-CEF7-36CB-23D6EB4BD8CC}"/>
          </ac:picMkLst>
        </pc:picChg>
      </pc:sldChg>
      <pc:sldChg chg="del">
        <pc:chgData name="Agata Buksińska" userId="6c74b65003d18ec1" providerId="LiveId" clId="{C3571867-B265-457B-B2A3-C6F158291BD4}" dt="2026-10-23T08:18:58.749" v="284" actId="47"/>
        <pc:sldMkLst>
          <pc:docMk/>
          <pc:sldMk cId="0" sldId="280"/>
        </pc:sldMkLst>
      </pc:sldChg>
      <pc:sldChg chg="modSp mod">
        <pc:chgData name="Agata Buksińska" userId="6c74b65003d18ec1" providerId="LiveId" clId="{C3571867-B265-457B-B2A3-C6F158291BD4}" dt="2026-10-23T08:19:42.300" v="303" actId="20577"/>
        <pc:sldMkLst>
          <pc:docMk/>
          <pc:sldMk cId="0" sldId="281"/>
        </pc:sldMkLst>
        <pc:spChg chg="mod">
          <ac:chgData name="Agata Buksińska" userId="6c74b65003d18ec1" providerId="LiveId" clId="{C3571867-B265-457B-B2A3-C6F158291BD4}" dt="2026-10-23T08:19:42.300" v="303" actId="20577"/>
          <ac:spMkLst>
            <pc:docMk/>
            <pc:sldMk cId="0" sldId="281"/>
            <ac:spMk id="4" creationId="{00000000-0000-0000-0000-000000000000}"/>
          </ac:spMkLst>
        </pc:spChg>
      </pc:sldChg>
      <pc:sldChg chg="addSp delSp modSp mod">
        <pc:chgData name="Agata Buksińska" userId="6c74b65003d18ec1" providerId="LiveId" clId="{C3571867-B265-457B-B2A3-C6F158291BD4}" dt="2026-10-23T08:54:11.731" v="311" actId="1076"/>
        <pc:sldMkLst>
          <pc:docMk/>
          <pc:sldMk cId="0" sldId="282"/>
        </pc:sldMkLst>
        <pc:spChg chg="del">
          <ac:chgData name="Agata Buksińska" userId="6c74b65003d18ec1" providerId="LiveId" clId="{C3571867-B265-457B-B2A3-C6F158291BD4}" dt="2026-10-23T08:54:05.405" v="308" actId="478"/>
          <ac:spMkLst>
            <pc:docMk/>
            <pc:sldMk cId="0" sldId="282"/>
            <ac:spMk id="4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54:02.968" v="307" actId="478"/>
          <ac:spMkLst>
            <pc:docMk/>
            <pc:sldMk cId="0" sldId="282"/>
            <ac:spMk id="6" creationId="{00000000-0000-0000-0000-000000000000}"/>
          </ac:spMkLst>
        </pc:spChg>
        <pc:spChg chg="del mod">
          <ac:chgData name="Agata Buksińska" userId="6c74b65003d18ec1" providerId="LiveId" clId="{C3571867-B265-457B-B2A3-C6F158291BD4}" dt="2026-10-23T08:54:02.099" v="306" actId="478"/>
          <ac:spMkLst>
            <pc:docMk/>
            <pc:sldMk cId="0" sldId="282"/>
            <ac:spMk id="7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19:59.311" v="304" actId="478"/>
          <ac:spMkLst>
            <pc:docMk/>
            <pc:sldMk cId="0" sldId="282"/>
            <ac:spMk id="8" creationId="{00000000-0000-0000-0000-000000000000}"/>
          </ac:spMkLst>
        </pc:spChg>
        <pc:picChg chg="add mod">
          <ac:chgData name="Agata Buksińska" userId="6c74b65003d18ec1" providerId="LiveId" clId="{C3571867-B265-457B-B2A3-C6F158291BD4}" dt="2026-10-23T08:54:11.731" v="311" actId="1076"/>
          <ac:picMkLst>
            <pc:docMk/>
            <pc:sldMk cId="0" sldId="282"/>
            <ac:picMk id="10" creationId="{6706592D-49E2-F065-70DD-DECE4903493D}"/>
          </ac:picMkLst>
        </pc:picChg>
      </pc:sldChg>
      <pc:sldChg chg="addSp delSp modSp mod">
        <pc:chgData name="Agata Buksińska" userId="6c74b65003d18ec1" providerId="LiveId" clId="{C3571867-B265-457B-B2A3-C6F158291BD4}" dt="2026-10-23T08:56:56.564" v="329" actId="1076"/>
        <pc:sldMkLst>
          <pc:docMk/>
          <pc:sldMk cId="0" sldId="283"/>
        </pc:sldMkLst>
        <pc:spChg chg="del mod">
          <ac:chgData name="Agata Buksińska" userId="6c74b65003d18ec1" providerId="LiveId" clId="{C3571867-B265-457B-B2A3-C6F158291BD4}" dt="2026-10-23T08:56:39.331" v="319" actId="478"/>
          <ac:spMkLst>
            <pc:docMk/>
            <pc:sldMk cId="0" sldId="283"/>
            <ac:spMk id="4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56:53.932" v="328" actId="478"/>
          <ac:spMkLst>
            <pc:docMk/>
            <pc:sldMk cId="0" sldId="283"/>
            <ac:spMk id="6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56:52.286" v="327" actId="478"/>
          <ac:spMkLst>
            <pc:docMk/>
            <pc:sldMk cId="0" sldId="283"/>
            <ac:spMk id="7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56:48.604" v="325" actId="478"/>
          <ac:spMkLst>
            <pc:docMk/>
            <pc:sldMk cId="0" sldId="283"/>
            <ac:spMk id="8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56:50.037" v="326" actId="478"/>
          <ac:spMkLst>
            <pc:docMk/>
            <pc:sldMk cId="0" sldId="283"/>
            <ac:spMk id="9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56:46.284" v="323" actId="478"/>
          <ac:spMkLst>
            <pc:docMk/>
            <pc:sldMk cId="0" sldId="283"/>
            <ac:spMk id="10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56:47.514" v="324" actId="478"/>
          <ac:spMkLst>
            <pc:docMk/>
            <pc:sldMk cId="0" sldId="283"/>
            <ac:spMk id="11" creationId="{00000000-0000-0000-0000-000000000000}"/>
          </ac:spMkLst>
        </pc:spChg>
        <pc:spChg chg="del">
          <ac:chgData name="Agata Buksińska" userId="6c74b65003d18ec1" providerId="LiveId" clId="{C3571867-B265-457B-B2A3-C6F158291BD4}" dt="2026-10-23T08:56:42.789" v="320" actId="478"/>
          <ac:spMkLst>
            <pc:docMk/>
            <pc:sldMk cId="0" sldId="283"/>
            <ac:spMk id="12" creationId="{00000000-0000-0000-0000-000000000000}"/>
          </ac:spMkLst>
        </pc:spChg>
        <pc:spChg chg="del mod">
          <ac:chgData name="Agata Buksińska" userId="6c74b65003d18ec1" providerId="LiveId" clId="{C3571867-B265-457B-B2A3-C6F158291BD4}" dt="2026-10-23T08:56:44.404" v="322" actId="478"/>
          <ac:spMkLst>
            <pc:docMk/>
            <pc:sldMk cId="0" sldId="283"/>
            <ac:spMk id="13" creationId="{00000000-0000-0000-0000-000000000000}"/>
          </ac:spMkLst>
        </pc:spChg>
        <pc:picChg chg="add mod">
          <ac:chgData name="Agata Buksińska" userId="6c74b65003d18ec1" providerId="LiveId" clId="{C3571867-B265-457B-B2A3-C6F158291BD4}" dt="2026-10-23T08:56:56.564" v="329" actId="1076"/>
          <ac:picMkLst>
            <pc:docMk/>
            <pc:sldMk cId="0" sldId="283"/>
            <ac:picMk id="15" creationId="{B7DA36A7-F3BF-5918-2E9D-C057569EE458}"/>
          </ac:picMkLst>
        </pc:picChg>
      </pc:sldChg>
      <pc:sldChg chg="delSp del mod">
        <pc:chgData name="Agata Buksińska" userId="6c74b65003d18ec1" providerId="LiveId" clId="{C3571867-B265-457B-B2A3-C6F158291BD4}" dt="2026-10-23T08:55:00.058" v="313" actId="47"/>
        <pc:sldMkLst>
          <pc:docMk/>
          <pc:sldMk cId="0" sldId="285"/>
        </pc:sldMkLst>
        <pc:spChg chg="del">
          <ac:chgData name="Agata Buksińska" userId="6c74b65003d18ec1" providerId="LiveId" clId="{C3571867-B265-457B-B2A3-C6F158291BD4}" dt="2026-10-23T08:54:53.351" v="312" actId="478"/>
          <ac:spMkLst>
            <pc:docMk/>
            <pc:sldMk cId="0" sldId="285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54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246B89"/>
                </a:solidFill>
              </a:rPr>
              <a:t>Na </a:t>
            </a:r>
            <a:r>
              <a:rPr lang="en-US" sz="1200" i="1" dirty="0" err="1">
                <a:solidFill>
                  <a:srgbClr val="246B89"/>
                </a:solidFill>
              </a:rPr>
              <a:t>rozgrzewkę</a:t>
            </a:r>
            <a:r>
              <a:rPr lang="en-US" sz="1200" i="1" dirty="0">
                <a:solidFill>
                  <a:srgbClr val="246B89"/>
                </a:solidFill>
              </a:rPr>
              <a:t>: det [[2,1],[3,2]] = ?  (</a:t>
            </a:r>
            <a:r>
              <a:rPr lang="en-US" sz="1200" i="1" dirty="0" err="1">
                <a:solidFill>
                  <a:srgbClr val="246B89"/>
                </a:solidFill>
              </a:rPr>
              <a:t>odpowiedź</a:t>
            </a:r>
            <a:r>
              <a:rPr lang="en-US" sz="1200" i="1" dirty="0">
                <a:solidFill>
                  <a:srgbClr val="246B89"/>
                </a:solidFill>
              </a:rPr>
              <a:t>: 1)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0" dirty="0">
                <a:solidFill>
                  <a:srgbClr val="246B89"/>
                </a:solidFill>
              </a:rPr>
              <a:t>W </a:t>
            </a:r>
            <a:r>
              <a:rPr lang="en-US" sz="1200" i="0" dirty="0" err="1">
                <a:solidFill>
                  <a:srgbClr val="246B89"/>
                </a:solidFill>
              </a:rPr>
              <a:t>sylabusie</a:t>
            </a:r>
            <a:r>
              <a:rPr lang="en-US" sz="1200" i="0" dirty="0">
                <a:solidFill>
                  <a:srgbClr val="246B89"/>
                </a:solidFill>
              </a:rPr>
              <a:t>: </a:t>
            </a:r>
            <a:r>
              <a:rPr lang="en-US" sz="1200" i="0" dirty="0" err="1">
                <a:solidFill>
                  <a:srgbClr val="246B89"/>
                </a:solidFill>
              </a:rPr>
              <a:t>także</a:t>
            </a:r>
            <a:r>
              <a:rPr lang="en-US" sz="1200" i="0" dirty="0">
                <a:solidFill>
                  <a:srgbClr val="246B89"/>
                </a:solidFill>
              </a:rPr>
              <a:t> </a:t>
            </a:r>
            <a:r>
              <a:rPr lang="en-US" sz="1200" i="0" dirty="0" err="1">
                <a:solidFill>
                  <a:srgbClr val="246B89"/>
                </a:solidFill>
              </a:rPr>
              <a:t>metoda</a:t>
            </a:r>
            <a:r>
              <a:rPr lang="en-US" sz="1200" i="0" dirty="0">
                <a:solidFill>
                  <a:srgbClr val="246B89"/>
                </a:solidFill>
              </a:rPr>
              <a:t> </a:t>
            </a:r>
            <a:r>
              <a:rPr lang="en-US" sz="1200" i="0" dirty="0" err="1">
                <a:solidFill>
                  <a:srgbClr val="246B89"/>
                </a:solidFill>
              </a:rPr>
              <a:t>Sarrusa</a:t>
            </a:r>
            <a:r>
              <a:rPr lang="en-US" sz="1200" i="0" dirty="0">
                <a:solidFill>
                  <a:srgbClr val="246B89"/>
                </a:solidFill>
              </a:rPr>
              <a:t> </a:t>
            </a:r>
            <a:r>
              <a:rPr lang="en-US" sz="1200" i="0" dirty="0" err="1">
                <a:solidFill>
                  <a:srgbClr val="246B89"/>
                </a:solidFill>
              </a:rPr>
              <a:t>i</a:t>
            </a:r>
            <a:r>
              <a:rPr lang="en-US" sz="1200" i="0" dirty="0">
                <a:solidFill>
                  <a:srgbClr val="246B89"/>
                </a:solidFill>
              </a:rPr>
              <a:t> </a:t>
            </a:r>
            <a:r>
              <a:rPr lang="en-US" sz="1200" i="0" dirty="0" err="1">
                <a:solidFill>
                  <a:srgbClr val="246B89"/>
                </a:solidFill>
              </a:rPr>
              <a:t>Cramera</a:t>
            </a:r>
            <a:r>
              <a:rPr lang="en-US" sz="1200" i="0" dirty="0">
                <a:solidFill>
                  <a:srgbClr val="246B89"/>
                </a:solidFill>
              </a:rPr>
              <a:t>. </a:t>
            </a:r>
            <a:r>
              <a:rPr lang="en-US" sz="1200" i="0" dirty="0" err="1">
                <a:solidFill>
                  <a:srgbClr val="246B89"/>
                </a:solidFill>
              </a:rPr>
              <a:t>Dziś</a:t>
            </a:r>
            <a:r>
              <a:rPr lang="en-US" sz="1200" i="0" dirty="0">
                <a:solidFill>
                  <a:srgbClr val="246B89"/>
                </a:solidFill>
              </a:rPr>
              <a:t> </a:t>
            </a:r>
            <a:r>
              <a:rPr lang="en-US" sz="1200" i="0" dirty="0" err="1">
                <a:solidFill>
                  <a:srgbClr val="246B89"/>
                </a:solidFill>
              </a:rPr>
              <a:t>skupiamy</a:t>
            </a:r>
            <a:r>
              <a:rPr lang="en-US" sz="1200" i="0" dirty="0">
                <a:solidFill>
                  <a:srgbClr val="246B89"/>
                </a:solidFill>
              </a:rPr>
              <a:t> </a:t>
            </a:r>
            <a:r>
              <a:rPr lang="en-US" sz="1200" i="0" dirty="0" err="1">
                <a:solidFill>
                  <a:srgbClr val="246B89"/>
                </a:solidFill>
              </a:rPr>
              <a:t>się</a:t>
            </a:r>
            <a:r>
              <a:rPr lang="en-US" sz="1200" i="0" dirty="0">
                <a:solidFill>
                  <a:srgbClr val="246B89"/>
                </a:solidFill>
              </a:rPr>
              <a:t> </a:t>
            </a:r>
            <a:r>
              <a:rPr lang="en-US" sz="1200" i="0" dirty="0" err="1">
                <a:solidFill>
                  <a:srgbClr val="246B89"/>
                </a:solidFill>
              </a:rPr>
              <a:t>na</a:t>
            </a:r>
            <a:r>
              <a:rPr lang="en-US" sz="1200" i="0" dirty="0">
                <a:solidFill>
                  <a:srgbClr val="246B89"/>
                </a:solidFill>
              </a:rPr>
              <a:t> </a:t>
            </a:r>
            <a:r>
              <a:rPr lang="en-US" sz="1200" i="0" dirty="0" err="1">
                <a:solidFill>
                  <a:srgbClr val="246B89"/>
                </a:solidFill>
              </a:rPr>
              <a:t>rozwinięciu</a:t>
            </a:r>
            <a:r>
              <a:rPr lang="en-US" sz="1200" i="0" dirty="0">
                <a:solidFill>
                  <a:srgbClr val="246B89"/>
                </a:solidFill>
              </a:rPr>
              <a:t> </a:t>
            </a:r>
            <a:r>
              <a:rPr lang="en-US" sz="1200" i="0" dirty="0" err="1">
                <a:solidFill>
                  <a:srgbClr val="246B89"/>
                </a:solidFill>
              </a:rPr>
              <a:t>Laplace’a</a:t>
            </a:r>
            <a:r>
              <a:rPr lang="en-US" sz="1200" i="0" dirty="0">
                <a:solidFill>
                  <a:srgbClr val="246B89"/>
                </a:solidFill>
              </a:rPr>
              <a:t>.</a:t>
            </a:r>
            <a:endParaRPr lang="en-US" sz="1200" i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>
                <a:solidFill>
                  <a:srgbClr val="246B89"/>
                </a:solidFill>
              </a:rPr>
              <a:t>Można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wybrać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dowolny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wiersz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lub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kolumnę</a:t>
            </a:r>
            <a:r>
              <a:rPr lang="en-US" sz="1200" i="1" dirty="0">
                <a:solidFill>
                  <a:srgbClr val="246B89"/>
                </a:solidFill>
              </a:rPr>
              <a:t>; </a:t>
            </a:r>
            <a:r>
              <a:rPr lang="en-US" sz="1200" i="1" dirty="0" err="1">
                <a:solidFill>
                  <a:srgbClr val="246B89"/>
                </a:solidFill>
              </a:rPr>
              <a:t>najwygodniejszy</a:t>
            </a:r>
            <a:r>
              <a:rPr lang="en-US" sz="1200" i="1" dirty="0">
                <a:solidFill>
                  <a:srgbClr val="246B89"/>
                </a:solidFill>
              </a:rPr>
              <a:t> ma </a:t>
            </a:r>
            <a:r>
              <a:rPr lang="en-US" sz="1200" i="1" dirty="0" err="1">
                <a:solidFill>
                  <a:srgbClr val="246B89"/>
                </a:solidFill>
              </a:rPr>
              <a:t>dużo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zer</a:t>
            </a:r>
            <a:r>
              <a:rPr lang="en-US" sz="1200" i="1" dirty="0">
                <a:solidFill>
                  <a:srgbClr val="246B89"/>
                </a:solidFill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>
                <a:solidFill>
                  <a:srgbClr val="246B89"/>
                </a:solidFill>
              </a:rPr>
              <a:t>Rozwijamy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względem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pierwszego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wiersza</a:t>
            </a:r>
            <a:r>
              <a:rPr lang="en-US" sz="1200" i="1" dirty="0">
                <a:solidFill>
                  <a:srgbClr val="246B89"/>
                </a:solidFill>
              </a:rPr>
              <a:t>: </a:t>
            </a:r>
            <a:r>
              <a:rPr lang="en-US" sz="1200" i="1" dirty="0" err="1">
                <a:solidFill>
                  <a:srgbClr val="246B89"/>
                </a:solidFill>
              </a:rPr>
              <a:t>znaki</a:t>
            </a:r>
            <a:r>
              <a:rPr lang="en-US" sz="1200" i="1" dirty="0">
                <a:solidFill>
                  <a:srgbClr val="246B89"/>
                </a:solidFill>
              </a:rPr>
              <a:t> + − +.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0" dirty="0" err="1">
                <a:solidFill>
                  <a:srgbClr val="246B89"/>
                </a:solidFill>
              </a:rPr>
              <a:t>Czas</a:t>
            </a:r>
            <a:r>
              <a:rPr lang="en-US" sz="1200" i="0" dirty="0">
                <a:solidFill>
                  <a:srgbClr val="246B89"/>
                </a:solidFill>
              </a:rPr>
              <a:t>: 5 </a:t>
            </a:r>
            <a:r>
              <a:rPr lang="en-US" sz="1200" i="0" dirty="0" err="1">
                <a:solidFill>
                  <a:srgbClr val="246B89"/>
                </a:solidFill>
              </a:rPr>
              <a:t>minut</a:t>
            </a:r>
            <a:r>
              <a:rPr lang="en-US" sz="1200" i="0" dirty="0">
                <a:solidFill>
                  <a:srgbClr val="246B89"/>
                </a:solidFill>
              </a:rPr>
              <a:t>. </a:t>
            </a:r>
            <a:r>
              <a:rPr lang="en-US" sz="1200" i="0" dirty="0" err="1">
                <a:solidFill>
                  <a:srgbClr val="246B89"/>
                </a:solidFill>
              </a:rPr>
              <a:t>Odpowiedź</a:t>
            </a:r>
            <a:r>
              <a:rPr lang="en-US" sz="1200" i="0" dirty="0">
                <a:solidFill>
                  <a:srgbClr val="246B89"/>
                </a:solidFill>
              </a:rPr>
              <a:t>: det(B) = −21.</a:t>
            </a:r>
            <a:endParaRPr lang="en-US" sz="1200" i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i="1" dirty="0">
                <a:solidFill>
                  <a:srgbClr val="246B89"/>
                </a:solidFill>
              </a:rPr>
              <a:t>det(D) = a − 4. </a:t>
            </a:r>
            <a:r>
              <a:rPr lang="en-US" sz="1200" i="1" dirty="0" err="1">
                <a:solidFill>
                  <a:srgbClr val="246B89"/>
                </a:solidFill>
              </a:rPr>
              <a:t>Odpowiedź</a:t>
            </a:r>
            <a:r>
              <a:rPr lang="en-US" sz="1200" i="1" dirty="0">
                <a:solidFill>
                  <a:srgbClr val="246B89"/>
                </a:solidFill>
              </a:rPr>
              <a:t>: a≠4 → 2; a=4 → 1.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>
                <a:solidFill>
                  <a:srgbClr val="246B89"/>
                </a:solidFill>
              </a:rPr>
              <a:t>Odpowiedź</a:t>
            </a:r>
            <a:r>
              <a:rPr lang="en-US" sz="1200" i="1" dirty="0">
                <a:solidFill>
                  <a:srgbClr val="246B89"/>
                </a:solidFill>
              </a:rPr>
              <a:t>: X = [[1,2],[−1,3]].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>
                <a:solidFill>
                  <a:srgbClr val="246B89"/>
                </a:solidFill>
              </a:rPr>
              <a:t>Interpretacja</a:t>
            </a:r>
            <a:r>
              <a:rPr lang="en-US" sz="1200" i="1" dirty="0">
                <a:solidFill>
                  <a:srgbClr val="246B89"/>
                </a:solidFill>
              </a:rPr>
              <a:t>: x, y to </a:t>
            </a:r>
            <a:r>
              <a:rPr lang="en-US" sz="1200" i="1" dirty="0" err="1">
                <a:solidFill>
                  <a:srgbClr val="246B89"/>
                </a:solidFill>
              </a:rPr>
              <a:t>ceny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jednostkowe</a:t>
            </a:r>
            <a:r>
              <a:rPr lang="en-US" sz="1200" i="1" dirty="0">
                <a:solidFill>
                  <a:srgbClr val="246B89"/>
                </a:solidFill>
              </a:rPr>
              <a:t>, a </a:t>
            </a:r>
            <a:r>
              <a:rPr lang="en-US" sz="1200" i="1" dirty="0" err="1">
                <a:solidFill>
                  <a:srgbClr val="246B89"/>
                </a:solidFill>
              </a:rPr>
              <a:t>współczynniki</a:t>
            </a:r>
            <a:r>
              <a:rPr lang="en-US" sz="1200" i="1" dirty="0">
                <a:solidFill>
                  <a:srgbClr val="246B89"/>
                </a:solidFill>
              </a:rPr>
              <a:t> to </a:t>
            </a:r>
            <a:r>
              <a:rPr lang="en-US" sz="1200" i="1" dirty="0" err="1">
                <a:solidFill>
                  <a:srgbClr val="246B89"/>
                </a:solidFill>
              </a:rPr>
              <a:t>ilości</a:t>
            </a:r>
            <a:r>
              <a:rPr lang="en-US" sz="1200" i="1" dirty="0">
                <a:solidFill>
                  <a:srgbClr val="246B89"/>
                </a:solidFill>
              </a:rPr>
              <a:t> </a:t>
            </a:r>
            <a:r>
              <a:rPr lang="en-US" sz="1200" i="1" dirty="0" err="1">
                <a:solidFill>
                  <a:srgbClr val="246B89"/>
                </a:solidFill>
              </a:rPr>
              <a:t>produktów</a:t>
            </a:r>
            <a:r>
              <a:rPr lang="en-US" sz="1200" i="1" dirty="0">
                <a:solidFill>
                  <a:srgbClr val="246B89"/>
                </a:solidFill>
              </a:rPr>
              <a:t> w </a:t>
            </a:r>
            <a:r>
              <a:rPr lang="en-US" sz="1200" i="1" dirty="0" err="1">
                <a:solidFill>
                  <a:srgbClr val="246B89"/>
                </a:solidFill>
              </a:rPr>
              <a:t>pakietach</a:t>
            </a:r>
            <a:r>
              <a:rPr lang="en-US" sz="1200" i="1" dirty="0">
                <a:solidFill>
                  <a:srgbClr val="246B89"/>
                </a:solidFill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Macierze i układy równań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0789920" cy="2286000"/>
          </a:xfrm>
          <a:prstGeom prst="roundRect">
            <a:avLst>
              <a:gd name="adj" fmla="val 3600"/>
            </a:avLst>
          </a:prstGeom>
          <a:solidFill>
            <a:srgbClr val="D9EFEA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68680" y="1773936"/>
            <a:ext cx="104241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Laplace  •  rząd macierzy  •  macierz odwrotna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równania macierzowe  •  eliminacja Gaussa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76656" y="5989320"/>
            <a:ext cx="1069848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246B89"/>
                </a:solidFill>
              </a:rPr>
              <a:t>Finanse i rachunkowość, I </a:t>
            </a:r>
            <a:r>
              <a:rPr lang="en-US" sz="1300" i="1" dirty="0" err="1">
                <a:solidFill>
                  <a:srgbClr val="246B89"/>
                </a:solidFill>
              </a:rPr>
              <a:t>semestr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już warto umieć?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Liczyć wyznacznik macierzy 2×2: ad − bc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77240" y="2496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Dodawać i mnożyć macierze o zgodnych wymiarach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Rozwiązać prosty układ dwóch równań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spotkania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| Wyznacznik i rozwinięcie Laplace’a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77240" y="2496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| Rząd macierzy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| Macierz odwrotna i równania macierzowe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087368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777240" y="421538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| Eliminacja Gaussa i układy równań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</a:t>
            </a:r>
            <a:r>
              <a:rPr lang="en-US" sz="2700" b="1" dirty="0" err="1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yznacznik</a:t>
            </a: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2x2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8813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682496"/>
            <a:ext cx="105156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Wyznacznik to liczba przypisana macierzy kwadratowej.</a:t>
            </a: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Dla 2×2:</a:t>
            </a:r>
            <a:endParaRPr lang="en-US" sz="2700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A92F9AC3-0372-B747-47A2-2B154B2AF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2884932"/>
            <a:ext cx="5065776" cy="37993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Minor i dopełnienie algebraiczne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Minor Mᵢⱼ: usuń i-ty wiersz oraz j-tą kolumnę i policz wyznacznik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77240" y="2496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l-PL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Macierz d</a:t>
            </a:r>
            <a:r>
              <a:rPr lang="en-US" sz="1900" dirty="0" err="1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opełnie</a:t>
            </a:r>
            <a:r>
              <a:rPr lang="pl-PL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ń:</a:t>
            </a: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Aᵢⱼ = (−1)ⁱ⁺ʲ · Mᵢⱼ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Znaki w </a:t>
            </a:r>
            <a:r>
              <a:rPr lang="en-US" sz="1900" dirty="0" err="1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macierzy</a:t>
            </a:r>
            <a:r>
              <a:rPr lang="pl-PL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dopełnień</a:t>
            </a: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  +  −  +   /   −  +  −   /   +  −  +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Wzór Laplace’a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D9EFEA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00784"/>
            <a:ext cx="105156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Rozwinięcie względem i-tego wiersza: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det(A) = Σⱼ aᵢⱼ · (−1)ⁱ⁺ʲ · Mᵢⱼ</a:t>
            </a:r>
            <a:endParaRPr lang="en-US" sz="2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Rozwinięcie </a:t>
            </a: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Laplace</a:t>
            </a: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’a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07</a:t>
            </a:r>
            <a:endParaRPr lang="en-US" sz="1000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E7054D04-6C03-29E4-4259-07A61E242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252" y="1335024"/>
            <a:ext cx="8006675" cy="53377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08</a:t>
            </a:r>
            <a:endParaRPr lang="en-US" sz="1000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574CF32B-1A24-048D-196E-646E254BA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957" y="1137889"/>
            <a:ext cx="8881354" cy="49984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r>
              <a:rPr lang="en-US" sz="2700" b="1" dirty="0" err="1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ząd</a:t>
            </a: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macierzy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8813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682496"/>
            <a:ext cx="1051560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Rząd macierzy = maksymalna liczba liniowo niezależnych wierszy (lub kolumn).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sprowadzeniu do postaci schodkowej: liczba niezerowych wierszy.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Operacje elementarne na wierszach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Zamiana dwóch wierszy: Wᵢ ↔ Wⱼ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77240" y="2496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Pomnożenie wiersza przez liczbę ≠ 0: Wᵢ ← cWᵢ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Dodanie wielokrotności innego wiersza: Wᵢ ← Wᵢ + cWⱼ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6656" y="5989320"/>
            <a:ext cx="1069848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246B89"/>
                </a:solidFill>
              </a:rPr>
              <a:t>Te operacje nie zmieniają rzędu macierzy.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11</a:t>
            </a:r>
            <a:endParaRPr lang="en-US" sz="1000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1A791415-F0CE-8BBC-4DDA-97C3D7B85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612" y="801462"/>
            <a:ext cx="7843736" cy="58828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Rząd a wyznacznik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Dla macierzy kwadratowej n×n: det(A) ≠ 0 ⇔ rząd(A)=n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77240" y="2496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det(A)=0 oznacza, że macierz nie ma pełnego rzędu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Dla macierzy prostokątnej rząd ≤ min(liczba wierszy, kolumn)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13</a:t>
            </a:r>
            <a:endParaRPr lang="en-US" sz="1000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6D9A4EF9-14DD-41E1-C6F6-9E51F89B0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48090"/>
            <a:ext cx="11257820" cy="56289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</a:t>
            </a:r>
            <a:r>
              <a:rPr lang="en-US" sz="2700" b="1" dirty="0" err="1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acierz</a:t>
            </a: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odwrotna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881360" cy="34747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636776"/>
            <a:ext cx="1051560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A⁻¹ to macierz, dla której: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A·A⁻¹ = A⁻¹·A = I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Istnieje tylko dla macierzy kwadratowej z det(A) ≠ 0.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15</a:t>
            </a:r>
            <a:endParaRPr lang="en-US" sz="1000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5F28D69D-2F8E-AD07-7AA4-F42DD690A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107" y="777872"/>
            <a:ext cx="7337898" cy="55034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16</a:t>
            </a:r>
            <a:endParaRPr lang="en-US" sz="1000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0F6BC1BC-1153-7B8A-F347-F85258C41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708" y="678709"/>
            <a:ext cx="8775160" cy="58501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Odwrotność metodą Gaussa–Jordana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Zapisz [A | I] i wykonuj operacje na całych wierszach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77240" y="2496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Doprowadź lewą stronę do 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Jeśli się uda, prawa strona jest A⁻¹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087368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777240" y="421538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Jeśli nie można uzyskać I, macierz nie jest odwracalna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Równanie macierzowe AX=B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10881360" cy="3474720"/>
          </a:xfrm>
          <a:prstGeom prst="roundRect">
            <a:avLst>
              <a:gd name="adj" fmla="val 2368"/>
            </a:avLst>
          </a:prstGeom>
          <a:solidFill>
            <a:srgbClr val="D9EFEA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1051560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 = B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Mnożymy Z LEWEJ strony przez A⁻¹: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A⁻¹B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76656" y="5989320"/>
            <a:ext cx="1069848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246B89"/>
                </a:solidFill>
              </a:rPr>
              <a:t>Wymiary macierzy muszą być zgodne; A musi być odwracalna.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19</a:t>
            </a:r>
            <a:endParaRPr lang="en-US" sz="1000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B5DBC70C-A2F9-C659-65D1-5B5506899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20" y="768096"/>
            <a:ext cx="8833526" cy="58890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Uwaga na kolejność: XA=B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881360" cy="3794760"/>
          </a:xfrm>
          <a:prstGeom prst="roundRect">
            <a:avLst>
              <a:gd name="adj" fmla="val 2169"/>
            </a:avLst>
          </a:prstGeom>
          <a:solidFill>
            <a:srgbClr val="D9EFEA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609344"/>
            <a:ext cx="105156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XA = B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Mnożymy Z PRAWEJ strony przez A⁻¹: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BA⁻¹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reguły AB ≠ BA</a:t>
            </a:r>
            <a:r>
              <a:rPr lang="pl-PL" sz="30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(mnożenie macierzy nie jest przemienne)</a:t>
            </a:r>
            <a:r>
              <a:rPr lang="en-US" sz="30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r>
              <a:rPr lang="en-US" sz="2700" b="1" dirty="0" err="1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ównanie</a:t>
            </a: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XA=B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21</a:t>
            </a:r>
            <a:endParaRPr lang="en-US" sz="1000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5D7FB8D5-6FCB-7D63-0936-3562FEA0D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285" y="1552891"/>
            <a:ext cx="8437123" cy="42185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</a:t>
            </a:r>
            <a:r>
              <a:rPr lang="en-US" sz="2700" b="1" dirty="0" err="1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etoda</a:t>
            </a: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Gaussa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Zapisz układ w postaci macierzy rozszerzonej [A | b]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77240" y="2496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Wyzeruj wyrazy pod kolejnymi elementami głównymi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Rozwiąż układ </a:t>
            </a:r>
            <a:r>
              <a:rPr lang="en-US" sz="1900" dirty="0" err="1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przez</a:t>
            </a: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podstawienie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087368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777240" y="421538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Sprawdź rozwiązanie w równaniach początkowych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Przykład</a:t>
            </a: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U</a:t>
            </a:r>
            <a:r>
              <a:rPr lang="en-US" sz="2700" b="1" dirty="0" err="1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kład</a:t>
            </a: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3×3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88136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591056"/>
            <a:ext cx="10515600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+ y + z = 6</a:t>
            </a: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2x + y + 3z = 13</a:t>
            </a: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− y + z = 2</a:t>
            </a:r>
            <a:endParaRPr lang="en-US" sz="2700" dirty="0"/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 | b] = [[1,1,1|6],[2,1,3|13],[1,−1,1|2]]</a:t>
            </a:r>
            <a:endParaRPr lang="en-US" sz="2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5246127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Gauss · krok 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24</a:t>
            </a:r>
            <a:endParaRPr lang="en-US" sz="1000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3029543A-AFBE-B6AE-5536-EC19C8E5C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8838"/>
            <a:ext cx="5340485" cy="3560323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2E960D7E-79EF-A2B7-7E47-85E3BE2059F4}"/>
              </a:ext>
            </a:extLst>
          </p:cNvPr>
          <p:cNvSpPr/>
          <p:nvPr/>
        </p:nvSpPr>
        <p:spPr>
          <a:xfrm>
            <a:off x="6310333" y="744361"/>
            <a:ext cx="5378747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Gauss · krok 2 i wynik</a:t>
            </a:r>
            <a:endParaRPr lang="en-US" sz="2700" dirty="0"/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A5F559A8-BA0D-CEF7-36CB-23D6EB4BD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618" y="1648838"/>
            <a:ext cx="5530175" cy="368678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Liczba </a:t>
            </a:r>
            <a:r>
              <a:rPr lang="en-US" sz="2700" b="1" dirty="0" err="1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rozwiąza</a:t>
            </a:r>
            <a:r>
              <a:rPr lang="pl-PL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ń układu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Wiersz [0,0,…,0 | c] i c ≠ 0 ⇒ brak rozwiązań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77240" y="2496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Wiersz [0,0,…,0 | 0] może oznaczać zależne równania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Gdy brak sprzeczności i są zmienne swobodne ⇒ nieskończenie wiele rozwiązań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27</a:t>
            </a:r>
            <a:endParaRPr lang="en-US" sz="1000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6706592D-49E2-F065-70DD-DECE4903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20" y="678515"/>
            <a:ext cx="9008623" cy="60057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28</a:t>
            </a:r>
            <a:endParaRPr lang="en-US" sz="1000" dirty="0"/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B7DA36A7-F3BF-5918-2E9D-C057569EE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321" y="768096"/>
            <a:ext cx="8467117" cy="56447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9"/>
          </a:solidFill>
          <a:ln w="12700">
            <a:solidFill>
              <a:srgbClr val="246B8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46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PODSTAWY METOD ILOŚCIOWYCH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22376"/>
            <a:ext cx="11247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D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Najważniejsze do zapamiętania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495A1"/>
                </a:solidFill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Laplace: dobierz wiersz/kolumnę i pilnuj znaków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77240" y="24963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Rząd: licz niezerowe wiersze po eliminacji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Odwrotność: det(A) ≠ 0 i kontrola A·A⁻¹=I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087368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777240" y="421538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Równania: AX=B i XA=B mają inną kolejność działań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4946904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Gauss: eliminacja, podstawienie, sprawdzenie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864</Words>
  <Application>Microsoft Office PowerPoint</Application>
  <PresentationFormat>Panoramiczny</PresentationFormat>
  <Paragraphs>177</Paragraphs>
  <Slides>28</Slides>
  <Notes>28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Macierze i układy równań – 4 × 45 min</dc:title>
  <dc:subject>Podstawy metod ilościowych – macierze</dc:subject>
  <dc:creator>Materiały dydaktyczne</dc:creator>
  <cp:lastModifiedBy>Agata Buksińska</cp:lastModifiedBy>
  <cp:revision>1</cp:revision>
  <dcterms:created xsi:type="dcterms:W3CDTF">2026-10-23T06:46:27Z</dcterms:created>
  <dcterms:modified xsi:type="dcterms:W3CDTF">2026-10-23T08:57:03Z</dcterms:modified>
</cp:coreProperties>
</file>